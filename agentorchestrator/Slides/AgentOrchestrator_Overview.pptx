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F4E78"/>
                </a:solidFill>
              </a:defRPr>
            </a:pPr>
            <a:r>
              <a:t>AgentOrchestrator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Production-Ready AI Agent Orchestration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04040"/>
                </a:solidFill>
              </a:defRPr>
            </a:pPr>
            <a:r>
              <a:t>The Challenge:</a:t>
            </a:r>
          </a:p>
          <a:p>
            <a:pPr>
              <a:spcAft>
                <a:spcPts val="600"/>
              </a:spcAft>
              <a:defRPr sz="1600">
                <a:solidFill>
                  <a:srgbClr val="808080"/>
                </a:solidFill>
              </a:defRPr>
            </a:pPr>
            <a:r>
              <a:t>• Coordinating multiple LLM calls in the right order</a:t>
            </a:r>
          </a:p>
          <a:p>
            <a:pPr>
              <a:spcAft>
                <a:spcPts val="600"/>
              </a:spcAft>
              <a:defRPr sz="1600">
                <a:solidFill>
                  <a:srgbClr val="808080"/>
                </a:solidFill>
              </a:defRPr>
            </a:pPr>
            <a:r>
              <a:t>• Managing context size within token limits</a:t>
            </a:r>
          </a:p>
          <a:p>
            <a:pPr>
              <a:spcAft>
                <a:spcPts val="600"/>
              </a:spcAft>
              <a:defRPr sz="1600">
                <a:solidFill>
                  <a:srgbClr val="808080"/>
                </a:solidFill>
              </a:defRPr>
            </a:pPr>
            <a:r>
              <a:t>• Ensuring reliability with retries and idempotency</a:t>
            </a:r>
          </a:p>
          <a:p>
            <a:pPr>
              <a:spcAft>
                <a:spcPts val="600"/>
              </a:spcAft>
              <a:defRPr sz="1600">
                <a:solidFill>
                  <a:srgbClr val="808080"/>
                </a:solidFill>
              </a:defRPr>
            </a:pPr>
            <a:r>
              <a:t>• Coordinating multi-agent systems without data corruption</a:t>
            </a:r>
          </a:p>
          <a:p>
            <a:pPr>
              <a:spcAft>
                <a:spcPts val="600"/>
              </a:spcAft>
              <a:defRPr sz="1600">
                <a:solidFill>
                  <a:srgbClr val="808080"/>
                </a:solidFill>
              </a:defRPr>
            </a:pPr>
            <a:r>
              <a:t>• Validating LLM output 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8"/>
                </a:solidFill>
              </a:defRPr>
            </a:pPr>
            <a:r>
              <a:t>Key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472C4"/>
                </a:solidFill>
              </a:defRPr>
            </a:pPr>
            <a:r>
              <a:t>DAG-Based Execution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Automatic parallel execution with dependency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39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472C4"/>
                </a:solidFill>
              </a:defRPr>
            </a:pPr>
            <a:r>
              <a:t>Type-Safe State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Pydantic models with IDE autocomplete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472C4"/>
                </a:solidFill>
              </a:defRPr>
            </a:pPr>
            <a:r>
              <a:t>Multi-Agent Squad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Coordinate specialists with automatic delegation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472C4"/>
                </a:solidFill>
              </a:defRPr>
            </a:pPr>
            <a:r>
              <a:t>Context Isolation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Prevent data corruption between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472C4"/>
                </a:solidFill>
              </a:defRPr>
            </a:pPr>
            <a:r>
              <a:t>Smart Context Management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Auto-summarize, offload, and compress large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39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472C4"/>
                </a:solidFill>
              </a:defRPr>
            </a:pPr>
            <a:r>
              <a:t>Quality Assurance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Built-in reflection for self-critique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47472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472C4"/>
                </a:solidFill>
              </a:defRPr>
            </a:pPr>
            <a:r>
              <a:t>Citation Tracking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Source attribution for RAG pipelines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5720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472C4"/>
                </a:solidFill>
              </a:defRPr>
            </a:pPr>
            <a:r>
              <a:t>Enterprise Ready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OAuth, Redis, Vault, OpenTelemetry built-in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8"/>
                </a:solidFill>
              </a:defRPr>
            </a:pPr>
            <a:r>
              <a:t>Production-Ready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472C4"/>
                </a:solidFill>
              </a:defRPr>
            </a:pPr>
            <a:r>
              <a:t>🔄 Idempotency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Prevent duplicate operations (e.g., double payments)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472C4"/>
                </a:solidFill>
              </a:defRPr>
            </a:pPr>
            <a:r>
              <a:t>📊 Token Management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Auto-summarize when hitting context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472C4"/>
                </a:solidFill>
              </a:defRPr>
            </a:pPr>
            <a:r>
              <a:t>🔁 Resumable Chains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Recover from failures without re-running completed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3774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472C4"/>
                </a:solidFill>
              </a:defRPr>
            </a:pPr>
            <a:r>
              <a:t>🛡️ Circuit Breaker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Protect against cascading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472C4"/>
                </a:solidFill>
              </a:defRPr>
            </a:pPr>
            <a:r>
              <a:t>🎯 Rate Limiting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Respect API quotas automatically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3832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472C4"/>
                </a:solidFill>
              </a:defRPr>
            </a:pPr>
            <a:r>
              <a:t>🔍 Observability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Full OpenTelemetry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472C4"/>
                </a:solidFill>
              </a:defRPr>
            </a:pPr>
            <a:r>
              <a:t>🔐 Security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HashiCorp Vault + OAuth built-in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38912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472C4"/>
                </a:solidFill>
              </a:defRPr>
            </a:pPr>
            <a:r>
              <a:t>📚 Memory Lifecycle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Auto-promote important data to long-term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E78"/>
                </a:solidFill>
              </a:defRPr>
            </a:pPr>
            <a:r>
              <a:t>From POC to Production in Hours, Not Weeks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