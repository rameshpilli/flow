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 everyone. Every project in this stream goes through WEB:</a:t>
            </a:r>
          </a:p>
          <a:p>
            <a:r>
              <a:t>        Watch what's happening, Evaluate what is practical for us, and Build infrastructure</a:t>
            </a:r>
          </a:p>
          <a:p>
            <a:r>
              <a:t>        that other teams can use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audience anchored to timing.</a:t>
            </a:r>
          </a:p>
          <a:p>
            <a:r>
              <a:t>        Tell them the talk is structured around WEB and they will see how each project maps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the loop model first.</a:t>
            </a:r>
          </a:p>
          <a:p>
            <a:r>
              <a:t>        Explain that this is not just text generation: agents can inspect code, run commands,</a:t>
            </a:r>
          </a:p>
          <a:p>
            <a:r>
              <a:t>        edit files, and verify outcomes. Subagents parallelize menial tasks while stronger models do deep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shift: quality depends more on what the agent knows than phrasing.</a:t>
            </a:r>
          </a:p>
          <a:p>
            <a:r>
              <a:t>        Skills, docs, historical decisions, and memory are first-class context.</a:t>
            </a:r>
          </a:p>
          <a:p>
            <a:r>
              <a:t>        This is the backbone for centralized skills and organizational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 in WEB. Be explicit that unpredictable pace makes trend prediction weak.</a:t>
            </a:r>
          </a:p>
          <a:p>
            <a:r>
              <a:t>        Following open-source convergence is the practical signal for long-term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pain: SSH + sudo + manual startup + WinSCP + single-user workflow.</a:t>
            </a:r>
          </a:p>
          <a:p>
            <a:r>
              <a:t>        Target: always-on HTTP service (port 4096), API-first access, SSE events, OpenAPI spec.</a:t>
            </a:r>
          </a:p>
          <a:p>
            <a:r>
              <a:t>        No SSH ceremony; any developer, agent, or CI pipeline can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migration from manual VM workflow to systemd-managed service.</a:t>
            </a:r>
          </a:p>
          <a:p>
            <a:r>
              <a:t>        Show the transition from direct SSH usage to API access and SSE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OpenCoWork hosts domain intelligence through reusable skills.</a:t>
            </a:r>
          </a:p>
          <a:p>
            <a:r>
              <a:t>        Today: API-driven execution to S3.</a:t>
            </a:r>
          </a:p>
          <a:p>
            <a:r>
              <a:t>        Target: centralized skills and direct UI outputs (PDF/PPT/report) without manual API or bucket digging.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idea: decouple UI and execution engine as independent services.</a:t>
            </a:r>
          </a:p>
          <a:p>
            <a:r>
              <a:t>        The difference is not just microservices plumbing; the agent stack defines capabilities,</a:t>
            </a:r>
          </a:p>
          <a:p>
            <a:r>
              <a:t>        and UI focuses on reusable output patterns rather than one feature page per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 existing OpenCoWork K8s setup with orchestration layer.</a:t>
            </a:r>
          </a:p>
          <a:p>
            <a:r>
              <a:t>        Mayor coordinates, Beads tracks tasks, Polecats execute in parallel pods,</a:t>
            </a:r>
          </a:p>
          <a:p>
            <a:r>
              <a:t>        Refinery controls merge queue. Goal: parallel delivery with lower babysitting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bet: zero-effort memory.</a:t>
            </a:r>
          </a:p>
          <a:p>
            <a:r>
              <a:t>        Closed tasks become indexed lessons. When an agent starts new work, relevant prior decisions</a:t>
            </a:r>
          </a:p>
          <a:p>
            <a:r>
              <a:t>        are injected automatically so mistakes are not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WEB throughline.</a:t>
            </a:r>
          </a:p>
          <a:p>
            <a:r>
              <a:t>        State the ask directly: pilot teams, capacity for productionization, and governance alignment.</a:t>
            </a:r>
          </a:p>
          <a:p>
            <a:r>
              <a:t>        End with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Innovation Stream: Watch · Evaluate ·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75569"/>
                </a:solidFill>
              </a:rPr>
              <a:t>[Your name] | [Date]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WEB process for every project: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Watch the ecosystem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Evaluate with discipline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Build reusable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Agenda (20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293B"/>
                </a:solidFill>
              </a:defRPr>
            </a:pPr>
            <a:r>
              <a:t>0. Opening — 1 min</a:t>
            </a:r>
          </a:p>
          <a:p>
            <a:pPr>
              <a:spcAft>
                <a:spcPts val="1000"/>
              </a:spcAft>
              <a:defRPr sz="2800">
                <a:solidFill>
                  <a:srgbClr val="1E293B"/>
                </a:solidFill>
              </a:defRPr>
            </a:pPr>
            <a:r>
              <a:t>1. How We Think About Innovation — 4 min</a:t>
            </a:r>
          </a:p>
          <a:p>
            <a:pPr>
              <a:spcAft>
                <a:spcPts val="1000"/>
              </a:spcAft>
              <a:defRPr sz="2800">
                <a:solidFill>
                  <a:srgbClr val="1E293B"/>
                </a:solidFill>
              </a:defRPr>
            </a:pPr>
            <a:r>
              <a:t>2. What We’ve Built — 8 min</a:t>
            </a:r>
          </a:p>
          <a:p>
            <a:pPr>
              <a:spcAft>
                <a:spcPts val="1000"/>
              </a:spcAft>
              <a:defRPr sz="2800">
                <a:solidFill>
                  <a:srgbClr val="1E293B"/>
                </a:solidFill>
              </a:defRPr>
            </a:pPr>
            <a:r>
              <a:t>3. Where We’re Going — 5 min</a:t>
            </a:r>
          </a:p>
          <a:p>
            <a:pPr>
              <a:spcAft>
                <a:spcPts val="1000"/>
              </a:spcAft>
              <a:defRPr sz="2800">
                <a:solidFill>
                  <a:srgbClr val="1E293B"/>
                </a:solidFill>
              </a:defRPr>
            </a:pPr>
            <a:r>
              <a:t>4. Close —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563EB"/>
                </a:solidFill>
              </a:defRPr>
            </a:pPr>
            <a:r>
              <a:t>Throughline: WEB = Watch → Evaluate →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How We Think: The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75569"/>
                </a:solidFill>
              </a:rPr>
              <a:t>An agent is just a loop</a:t>
            </a:r>
          </a:p>
        </p:txBody>
      </p:sp>
      <p:pic>
        <p:nvPicPr>
          <p:cNvPr id="4" name="Picture 3" descr="ORCHESTRATOR_SUB_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41" y="1371600"/>
            <a:ext cx="6390798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73736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Prompt → Pick Tool → Execute → Observe → Repeat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Agents use real tools: shell, file system, git, web/MCP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Subagents run tasks in parallel with isolated context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Shift: Prompt Engineering →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4389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PROMPT ENGINEERING</a:t>
            </a:r>
          </a:p>
          <a:p>
            <a:pPr>
              <a:defRPr sz="2200">
                <a:solidFill>
                  <a:srgbClr val="475569"/>
                </a:solidFill>
              </a:defRPr>
            </a:pPr>
            <a:r>
              <a:t>"How you ask"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737360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CONTEXT ENGINEERING</a:t>
            </a:r>
          </a:p>
          <a:p>
            <a:pPr>
              <a:defRPr sz="2200">
                <a:solidFill>
                  <a:srgbClr val="475569"/>
                </a:solidFill>
              </a:defRPr>
            </a:pPr>
            <a:r>
              <a:t>"What the agent knows"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214884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</a:rPr>
              <a:t>Same agent + better context = dramatically better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</a:defRPr>
            </a:pPr>
            <a:r>
              <a:t>Context engineering is the system design discipline behind better agent outcomes.</a:t>
            </a:r>
          </a:p>
          <a:p>
            <a:pPr>
              <a:spcAft>
                <a:spcPts val="1000"/>
              </a:spcAft>
              <a:defRPr sz="2100">
                <a:solidFill>
                  <a:srgbClr val="1E293B"/>
                </a:solidFill>
              </a:defRPr>
            </a:pPr>
            <a:r>
              <a:t>Centralized skills + org memory are the implementation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Open Source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1E293B"/>
                </a:solidFill>
              </a:defRPr>
            </a:pPr>
            <a:r>
              <a:t>☑ Deployable — Can we run it in our environment today?</a:t>
            </a:r>
          </a:p>
          <a:p>
            <a:pPr>
              <a:spcAft>
                <a:spcPts val="1000"/>
              </a:spcAft>
              <a:defRPr sz="2500">
                <a:solidFill>
                  <a:srgbClr val="1E293B"/>
                </a:solidFill>
              </a:defRPr>
            </a:pPr>
            <a:r>
              <a:t>☑ Cross-team — Does it serve more than one team?</a:t>
            </a:r>
          </a:p>
          <a:p>
            <a:pPr>
              <a:spcAft>
                <a:spcPts val="1000"/>
              </a:spcAft>
              <a:defRPr sz="2500">
                <a:solidFill>
                  <a:srgbClr val="1E293B"/>
                </a:solidFill>
              </a:defRPr>
            </a:pPr>
            <a:r>
              <a:t>☑ Forward path — Does roadmap align with industry direction?</a:t>
            </a:r>
          </a:p>
          <a:p>
            <a:pPr>
              <a:spcAft>
                <a:spcPts val="1000"/>
              </a:spcAft>
              <a:defRPr sz="2500">
                <a:solidFill>
                  <a:srgbClr val="1E293B"/>
                </a:solidFill>
              </a:defRPr>
            </a:pPr>
            <a:r>
              <a:t>☑ Community health — Is the project active and accelerating?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563EB"/>
                </a:solidFill>
              </a:defRPr>
            </a:pPr>
            <a:r>
              <a:t>Strategy: follow community convergence, not hype.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What We’ve Built: OpenCode (Current vs Target)</a:t>
            </a:r>
          </a:p>
        </p:txBody>
      </p:sp>
      <p:pic>
        <p:nvPicPr>
          <p:cNvPr id="3" name="Picture 2" descr="OPENCODE_CURRENT_VS_TARG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5807"/>
            <a:ext cx="11247120" cy="54522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OpenCode Service Setup (Implementation Path)</a:t>
            </a:r>
          </a:p>
        </p:txBody>
      </p:sp>
      <p:pic>
        <p:nvPicPr>
          <p:cNvPr id="3" name="Picture 2" descr="OPENCODE_SERVIC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62" y="1188720"/>
            <a:ext cx="8117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What We’ve Built: OpenCoWork</a:t>
            </a:r>
          </a:p>
        </p:txBody>
      </p:sp>
      <p:pic>
        <p:nvPicPr>
          <p:cNvPr id="3" name="Picture 2" descr="OPENCOWORK_CURRENT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1" y="1188720"/>
            <a:ext cx="1099487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What We’ve Built: OpenWork (Decoupled Architecture)</a:t>
            </a:r>
          </a:p>
        </p:txBody>
      </p:sp>
      <p:pic>
        <p:nvPicPr>
          <p:cNvPr id="3" name="Picture 2" descr="OPENWORK_DECOUPL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74" y="1188720"/>
            <a:ext cx="1016117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Where We’re Going: Gas Town Multi-Agent Orchestration</a:t>
            </a:r>
          </a:p>
        </p:txBody>
      </p:sp>
      <p:pic>
        <p:nvPicPr>
          <p:cNvPr id="3" name="Picture 2" descr="OPENCOW0RK_GAST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46" y="1188720"/>
            <a:ext cx="7642627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Where We’re Going: Organizational Knowledge</a:t>
            </a:r>
          </a:p>
        </p:txBody>
      </p:sp>
      <p:pic>
        <p:nvPicPr>
          <p:cNvPr id="3" name="Picture 2" descr="BEAD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239" y="1097280"/>
            <a:ext cx="582248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Summary +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1. WEB PROCESS — Watch ecosystem, Evaluate with discipline, Build infrastructure.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2. PROJECTS — OpenCode (execution) + OpenCoWork (skills) + OpenWork (decoupled UI).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3. FORWARD — K8s sandboxes + Multi-agent orchestration + Org knowledge.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</a:defRPr>
            </a:pPr>
            <a:r>
              <a:t>[ASK] Align on pilot teams + sponsorship for production hardening.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