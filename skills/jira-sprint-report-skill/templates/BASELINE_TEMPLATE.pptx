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00" cy="9525"/>
          </a:xfrm>
          <a:prstGeom prst="rect">
            <a:avLst/>
          </a:prstGeom>
          <a:solidFill>
            <a:srgbClr val="A5A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548640"/>
            <a:ext cx="3200400" cy="9525"/>
          </a:xfrm>
          <a:prstGeom prst="rect">
            <a:avLst/>
          </a:prstGeom>
          <a:solidFill>
            <a:srgbClr val="A5A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4572000" cy="9525"/>
          </a:xfrm>
          <a:prstGeom prst="rect">
            <a:avLst/>
          </a:prstGeom>
          <a:solidFill>
            <a:srgbClr val="A5A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822960"/>
            <a:ext cx="4114800" cy="9525"/>
          </a:xfrm>
          <a:prstGeom prst="rect">
            <a:avLst/>
          </a:prstGeom>
          <a:solidFill>
            <a:srgbClr val="A5A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2743200" cy="9525"/>
          </a:xfrm>
          <a:prstGeom prst="rect">
            <a:avLst/>
          </a:prstGeom>
          <a:solidFill>
            <a:srgbClr val="A5A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365760"/>
            <a:ext cx="5486400" cy="9525"/>
          </a:xfrm>
          <a:prstGeom prst="rect">
            <a:avLst/>
          </a:prstGeom>
          <a:solidFill>
            <a:srgbClr val="A5A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645920"/>
            <a:ext cx="3657600" cy="9525"/>
          </a:xfrm>
          <a:prstGeom prst="rect">
            <a:avLst/>
          </a:prstGeom>
          <a:solidFill>
            <a:srgbClr val="A5A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1097280"/>
            <a:ext cx="5029200" cy="9525"/>
          </a:xfrm>
          <a:prstGeom prst="rect">
            <a:avLst/>
          </a:prstGeom>
          <a:solidFill>
            <a:srgbClr val="A5A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0" y="457200"/>
            <a:ext cx="3657600" cy="9525"/>
          </a:xfrm>
          <a:prstGeom prst="rect">
            <a:avLst/>
          </a:prstGeom>
          <a:solidFill>
            <a:srgbClr val="A5A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0" y="914400"/>
            <a:ext cx="3200400" cy="9525"/>
          </a:xfrm>
          <a:prstGeom prst="rect">
            <a:avLst/>
          </a:prstGeom>
          <a:solidFill>
            <a:srgbClr val="A5A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11680"/>
            <a:ext cx="4572000" cy="9525"/>
          </a:xfrm>
          <a:prstGeom prst="rect">
            <a:avLst/>
          </a:prstGeom>
          <a:solidFill>
            <a:srgbClr val="A5A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45920" y="1463040"/>
            <a:ext cx="4114800" cy="9525"/>
          </a:xfrm>
          <a:prstGeom prst="rect">
            <a:avLst/>
          </a:prstGeom>
          <a:solidFill>
            <a:srgbClr val="A5A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731520"/>
            <a:ext cx="2743200" cy="9525"/>
          </a:xfrm>
          <a:prstGeom prst="rect">
            <a:avLst/>
          </a:prstGeom>
          <a:solidFill>
            <a:srgbClr val="A5A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560320"/>
            <a:ext cx="3657600" cy="9525"/>
          </a:xfrm>
          <a:prstGeom prst="rect">
            <a:avLst/>
          </a:prstGeom>
          <a:solidFill>
            <a:srgbClr val="A5A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11680" y="1828800"/>
            <a:ext cx="3200400" cy="9525"/>
          </a:xfrm>
          <a:prstGeom prst="rect">
            <a:avLst/>
          </a:prstGeom>
          <a:solidFill>
            <a:srgbClr val="A5A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0" y="1097280"/>
            <a:ext cx="3657600" cy="9525"/>
          </a:xfrm>
          <a:prstGeom prst="rect">
            <a:avLst/>
          </a:prstGeom>
          <a:solidFill>
            <a:srgbClr val="A5A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2926080"/>
            <a:ext cx="4572000" cy="9525"/>
          </a:xfrm>
          <a:prstGeom prst="rect">
            <a:avLst/>
          </a:prstGeom>
          <a:solidFill>
            <a:srgbClr val="A5A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2286000"/>
            <a:ext cx="2743200" cy="9525"/>
          </a:xfrm>
          <a:prstGeom prst="rect">
            <a:avLst/>
          </a:prstGeom>
          <a:solidFill>
            <a:srgbClr val="A5A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474720"/>
            <a:ext cx="4114800" cy="9525"/>
          </a:xfrm>
          <a:prstGeom prst="rect">
            <a:avLst/>
          </a:prstGeom>
          <a:solidFill>
            <a:srgbClr val="A5A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0" y="2743200"/>
            <a:ext cx="3657600" cy="9525"/>
          </a:xfrm>
          <a:prstGeom prst="rect">
            <a:avLst/>
          </a:prstGeom>
          <a:solidFill>
            <a:srgbClr val="A5A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457200" y="457200"/>
            <a:ext cx="1828800" cy="914400"/>
          </a:xfrm>
          <a:prstGeom prst="line">
            <a:avLst/>
          </a:prstGeom>
          <a:ln w="6350">
            <a:solidFill>
              <a:srgbClr val="A5A5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0" y="914400"/>
            <a:ext cx="914400" cy="914400"/>
          </a:xfrm>
          <a:prstGeom prst="line">
            <a:avLst/>
          </a:prstGeom>
          <a:ln w="6350">
            <a:solidFill>
              <a:srgbClr val="A5A5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4400" y="1828800"/>
            <a:ext cx="914400" cy="914400"/>
          </a:xfrm>
          <a:prstGeom prst="line">
            <a:avLst/>
          </a:prstGeom>
          <a:ln w="6350">
            <a:solidFill>
              <a:srgbClr val="A5A5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200400" y="1371600"/>
            <a:ext cx="914400" cy="914400"/>
          </a:xfrm>
          <a:prstGeom prst="line">
            <a:avLst/>
          </a:prstGeom>
          <a:ln w="6350">
            <a:solidFill>
              <a:srgbClr val="A5A5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31520" y="3200400"/>
            <a:ext cx="1828800" cy="914400"/>
          </a:xfrm>
          <a:prstGeom prst="line">
            <a:avLst/>
          </a:prstGeom>
          <a:ln w="6350">
            <a:solidFill>
              <a:srgbClr val="A5A5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657600" y="1828800"/>
            <a:ext cx="1371600" cy="1371600"/>
          </a:xfrm>
          <a:prstGeom prst="line">
            <a:avLst/>
          </a:prstGeom>
          <a:ln w="6350">
            <a:solidFill>
              <a:srgbClr val="A5A5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  <a:latin typeface="Arial"/>
              </a:defRPr>
            </a:pPr>
            <a:r>
              <a:t>XYZ – PIP ALPHA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